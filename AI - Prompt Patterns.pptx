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browse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411"/>
    <p:restoredTop sz="94668"/>
  </p:normalViewPr>
  <p:slideViewPr>
    <p:cSldViewPr snapToGrid="0">
      <p:cViewPr varScale="1">
        <p:scale>
          <a:sx n="166" d="100"/>
          <a:sy n="166" d="100"/>
        </p:scale>
        <p:origin x="264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84EB39F-9FA3-5D48-A411-68469AE8C6BB}" type="datetimeFigureOut">
              <a:rPr lang="en-US" smtClean="0"/>
              <a:t>5/15/25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910058A-1931-C24B-810F-CE2A69EC42C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3406794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910058A-1931-C24B-810F-CE2A69EC42CC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4331565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2F3E9F-627D-CBCB-1916-9B389941A3E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E19F3BD-FFC9-FD2B-0782-67E46BF6FF5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9D715E0-9DFC-E7A4-1A92-5919632B54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977A17-8AA9-A646-B00F-A9A0BEDA8F8B}" type="datetimeFigureOut">
              <a:rPr lang="en-US" smtClean="0"/>
              <a:t>5/15/25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6FA23B9-3838-5664-8EE9-3EB4FD25BD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1A97515-F906-410C-5462-57621413FD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00D04D-23F9-0F4F-A63C-2BCDFBB7B0D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987104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342F5D-6F84-CBC8-335B-E78F2CDC9E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54322F0-273E-CEB2-E7FB-B8F4CD06FEF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5457B53-97F2-7B73-C19D-5FB1B7322E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977A17-8AA9-A646-B00F-A9A0BEDA8F8B}" type="datetimeFigureOut">
              <a:rPr lang="en-US" smtClean="0"/>
              <a:t>5/15/25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3BBEBF1-6D66-07BD-AF0D-9843A56E9C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5455863-6F04-ADCF-DD71-FC557CFFE3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00D04D-23F9-0F4F-A63C-2BCDFBB7B0D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5649101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190F97-0FBD-DFAA-5982-8140FEB007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FF6FDEB-75E8-A9D1-BD6C-FBA680B13D6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34FA98A-ED83-8CC5-B7F6-D0AF1869A5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977A17-8AA9-A646-B00F-A9A0BEDA8F8B}" type="datetimeFigureOut">
              <a:rPr lang="en-US" smtClean="0"/>
              <a:t>5/15/25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9B13439-F017-D94C-1C1C-73B61C71D1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01298FB-7B75-2755-640C-D070EB2E55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00D04D-23F9-0F4F-A63C-2BCDFBB7B0D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047675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BF3842-3807-0178-C774-28B87B9BFD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9DFCB04-6E70-05DA-CFE3-064D4AEC3D9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EAF66A5-DA6A-9C1B-EA52-49E07253251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9A0B24C-ACC9-BD8F-A90C-F0C517BE0F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977A17-8AA9-A646-B00F-A9A0BEDA8F8B}" type="datetimeFigureOut">
              <a:rPr lang="en-US" smtClean="0"/>
              <a:t>5/15/25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CFD2289-C844-1906-AF21-9FF003E5EB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E07E706-8096-8AC0-FAC1-39F01CB18B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00D04D-23F9-0F4F-A63C-2BCDFBB7B0D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4169664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766B85-5E01-A927-E7A7-908887AD8C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9796CAC-7FBA-6484-93C9-E6EA56D8431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2BEB67D-D7FB-0CB7-05C9-3F809FCC5BC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CF26EFC-8241-DE5C-B7BA-C41AFFB468A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2254BC4-5E6A-E632-135E-F857BAACC30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FCA20F7-8B60-2F29-AC3C-86B0CDC1BA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977A17-8AA9-A646-B00F-A9A0BEDA8F8B}" type="datetimeFigureOut">
              <a:rPr lang="en-US" smtClean="0"/>
              <a:t>5/15/25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AB4131D-FE18-8DF9-C435-A61C737DBA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10E5293-0411-4BE2-8030-1863197E0B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00D04D-23F9-0F4F-A63C-2BCDFBB7B0D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369896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5F6DF7-3FBF-8716-15C9-C18244767E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AA8B972-9401-0F38-599E-F372BDF9E3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977A17-8AA9-A646-B00F-A9A0BEDA8F8B}" type="datetimeFigureOut">
              <a:rPr lang="en-US" smtClean="0"/>
              <a:t>5/15/25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B2E5E8D-97CB-6871-E5EF-73A22E05F7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D69E303-D851-D41F-2158-E9F8619A4D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00D04D-23F9-0F4F-A63C-2BCDFBB7B0D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581248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16CB4CB-EA26-02B9-0056-73A2EFC747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977A17-8AA9-A646-B00F-A9A0BEDA8F8B}" type="datetimeFigureOut">
              <a:rPr lang="en-US" smtClean="0"/>
              <a:t>5/15/25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FD0EA56-31DF-345A-062D-93D3223DC4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D1F62F4-5233-B969-280E-47FDA6B46A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00D04D-23F9-0F4F-A63C-2BCDFBB7B0D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0542086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7B4890-9692-8EE3-99F4-936740F250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DEC24D5-B9DE-5FD7-7BD5-E17ADE132E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261E5B8-BB09-46FE-91E6-52336CF66D4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6057154-8CAA-6D03-A743-6B98AE806E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977A17-8AA9-A646-B00F-A9A0BEDA8F8B}" type="datetimeFigureOut">
              <a:rPr lang="en-US" smtClean="0"/>
              <a:t>5/15/25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119B69C-A1FD-5856-A7A3-16B517ED25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DA80F31-4E08-7F7D-4239-1E8B1E95E9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00D04D-23F9-0F4F-A63C-2BCDFBB7B0D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63510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9C4580-96BE-A0F9-4697-272CC155F8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BF3E5A1-A1C7-35F2-7D2E-673B2EEE08A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4ADCA9C-B299-3EB1-51E6-2B622F11A34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44497AC-4CDB-175D-073E-238C5EDE9B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977A17-8AA9-A646-B00F-A9A0BEDA8F8B}" type="datetimeFigureOut">
              <a:rPr lang="en-US" smtClean="0"/>
              <a:t>5/15/25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78A64F9-6C84-A691-B3EE-6333618FA8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9FC6149-D1DC-8C64-3A44-9CEE55287C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00D04D-23F9-0F4F-A63C-2BCDFBB7B0D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801260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2CD6B9-4EC2-E4E0-23AD-101396FC37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3B6926D-0F34-8302-173D-867A988397D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5BA847B-DABE-5610-11FE-880B9E1698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977A17-8AA9-A646-B00F-A9A0BEDA8F8B}" type="datetimeFigureOut">
              <a:rPr lang="en-US" smtClean="0"/>
              <a:t>5/15/25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08E6017-1D3D-629B-707D-59FEA2CBEE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924F422-665C-BEC9-5C34-3D7CCC18ED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00D04D-23F9-0F4F-A63C-2BCDFBB7B0D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7078456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2E1C12C-E340-4B49-61F1-E07A4F24EE8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48C5F0D-24A5-CFA5-7448-0338913DD20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3661A2F-A01A-8F58-1C16-0280F4657C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977A17-8AA9-A646-B00F-A9A0BEDA8F8B}" type="datetimeFigureOut">
              <a:rPr lang="en-US" smtClean="0"/>
              <a:t>5/15/25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3D4D95C-4887-625A-78EA-A196DB98F8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86C60C4-E642-BF8E-6FB4-720C19561C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00D04D-23F9-0F4F-A63C-2BCDFBB7B0D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5087007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B8F1A11-8290-1321-9570-7A1C617C0C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963BFDF-0A9C-9BD9-07F1-E18B5D435D4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67667D6-30AE-000F-2CB5-EEB4A67D9D8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F977A17-8AA9-A646-B00F-A9A0BEDA8F8B}" type="datetimeFigureOut">
              <a:rPr lang="en-US" smtClean="0"/>
              <a:t>5/15/25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19C6082-6810-6844-36EE-15B5AC46C46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C47466C-722C-F546-DFAD-1AF429600B6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D00D04D-23F9-0F4F-A63C-2BCDFBB7B0D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0296489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A3E4D39A-BEE4-DEEF-342E-65BA61ABB76C}"/>
              </a:ext>
            </a:extLst>
          </p:cNvPr>
          <p:cNvSpPr/>
          <p:nvPr/>
        </p:nvSpPr>
        <p:spPr>
          <a:xfrm>
            <a:off x="1303283" y="2448910"/>
            <a:ext cx="2617076" cy="1345324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Prompt</a:t>
            </a:r>
          </a:p>
        </p:txBody>
      </p:sp>
      <p:sp>
        <p:nvSpPr>
          <p:cNvPr id="5" name="Striped Right Arrow 4">
            <a:extLst>
              <a:ext uri="{FF2B5EF4-FFF2-40B4-BE49-F238E27FC236}">
                <a16:creationId xmlns:a16="http://schemas.microsoft.com/office/drawing/2014/main" id="{C7B852CD-13F8-5E5B-D4DF-E57ED4AFB2FC}"/>
              </a:ext>
            </a:extLst>
          </p:cNvPr>
          <p:cNvSpPr/>
          <p:nvPr/>
        </p:nvSpPr>
        <p:spPr>
          <a:xfrm>
            <a:off x="4256689" y="2506716"/>
            <a:ext cx="367862" cy="1229711"/>
          </a:xfrm>
          <a:prstGeom prst="stripedRightArrow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7" name="16-Point Star 6">
            <a:extLst>
              <a:ext uri="{FF2B5EF4-FFF2-40B4-BE49-F238E27FC236}">
                <a16:creationId xmlns:a16="http://schemas.microsoft.com/office/drawing/2014/main" id="{6C652F4B-4AAE-BFCB-3DC0-66C109560659}"/>
              </a:ext>
            </a:extLst>
          </p:cNvPr>
          <p:cNvSpPr/>
          <p:nvPr/>
        </p:nvSpPr>
        <p:spPr>
          <a:xfrm>
            <a:off x="4960881" y="2186151"/>
            <a:ext cx="1870839" cy="1870839"/>
          </a:xfrm>
          <a:prstGeom prst="star16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Result</a:t>
            </a:r>
          </a:p>
        </p:txBody>
      </p:sp>
    </p:spTree>
    <p:extLst>
      <p:ext uri="{BB962C8B-B14F-4D97-AF65-F5344CB8AC3E}">
        <p14:creationId xmlns:p14="http://schemas.microsoft.com/office/powerpoint/2010/main" val="82054324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C9136A-C83B-3246-5049-D297B63AA4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0A929F7F-8202-A8D8-4CB5-FD6863724C22}"/>
              </a:ext>
            </a:extLst>
          </p:cNvPr>
          <p:cNvSpPr/>
          <p:nvPr/>
        </p:nvSpPr>
        <p:spPr>
          <a:xfrm>
            <a:off x="1597572" y="662152"/>
            <a:ext cx="6611008" cy="555997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dirty="0">
                <a:solidFill>
                  <a:schemeClr val="tx1"/>
                </a:solidFill>
              </a:rPr>
              <a:t>Prompt</a:t>
            </a:r>
          </a:p>
        </p:txBody>
      </p:sp>
      <p:sp>
        <p:nvSpPr>
          <p:cNvPr id="5" name="Striped Right Arrow 4">
            <a:extLst>
              <a:ext uri="{FF2B5EF4-FFF2-40B4-BE49-F238E27FC236}">
                <a16:creationId xmlns:a16="http://schemas.microsoft.com/office/drawing/2014/main" id="{B75ED218-6309-D8F1-872F-9BECD369E194}"/>
              </a:ext>
            </a:extLst>
          </p:cNvPr>
          <p:cNvSpPr/>
          <p:nvPr/>
        </p:nvSpPr>
        <p:spPr>
          <a:xfrm>
            <a:off x="8544910" y="2814145"/>
            <a:ext cx="367862" cy="1229711"/>
          </a:xfrm>
          <a:prstGeom prst="stripedRightArrow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7" name="16-Point Star 6">
            <a:extLst>
              <a:ext uri="{FF2B5EF4-FFF2-40B4-BE49-F238E27FC236}">
                <a16:creationId xmlns:a16="http://schemas.microsoft.com/office/drawing/2014/main" id="{39D25996-1D6D-5545-A568-C9EEF6BAB3F3}"/>
              </a:ext>
            </a:extLst>
          </p:cNvPr>
          <p:cNvSpPr/>
          <p:nvPr/>
        </p:nvSpPr>
        <p:spPr>
          <a:xfrm>
            <a:off x="9249102" y="2493580"/>
            <a:ext cx="1870839" cy="1870839"/>
          </a:xfrm>
          <a:prstGeom prst="star16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Result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B6A3E747-D5F7-F247-DCBA-96DC3EF7C9BC}"/>
              </a:ext>
            </a:extLst>
          </p:cNvPr>
          <p:cNvSpPr/>
          <p:nvPr/>
        </p:nvSpPr>
        <p:spPr>
          <a:xfrm>
            <a:off x="6608378" y="872359"/>
            <a:ext cx="1413642" cy="5139558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dirty="0">
                <a:solidFill>
                  <a:schemeClr val="tx1"/>
                </a:solidFill>
              </a:rPr>
              <a:t>Impromptu prompt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DA1E8DE-E0ED-23D6-219F-3B8A7BE3603B}"/>
              </a:ext>
            </a:extLst>
          </p:cNvPr>
          <p:cNvSpPr/>
          <p:nvPr/>
        </p:nvSpPr>
        <p:spPr>
          <a:xfrm>
            <a:off x="3582478" y="872359"/>
            <a:ext cx="2399458" cy="2017986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dirty="0">
                <a:solidFill>
                  <a:schemeClr val="tx1"/>
                </a:solidFill>
              </a:rPr>
              <a:t>examples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54E9015-3C38-399C-6E19-1C4E5ACCFB12}"/>
              </a:ext>
            </a:extLst>
          </p:cNvPr>
          <p:cNvSpPr/>
          <p:nvPr/>
        </p:nvSpPr>
        <p:spPr>
          <a:xfrm>
            <a:off x="3582478" y="2958663"/>
            <a:ext cx="2399458" cy="2017986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dirty="0">
                <a:solidFill>
                  <a:schemeClr val="tx1"/>
                </a:solidFill>
              </a:rPr>
              <a:t>Data / Context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3EC7AD3-CA8C-6732-CACF-9ABFEC224AD1}"/>
              </a:ext>
            </a:extLst>
          </p:cNvPr>
          <p:cNvSpPr/>
          <p:nvPr/>
        </p:nvSpPr>
        <p:spPr>
          <a:xfrm>
            <a:off x="3582478" y="5110655"/>
            <a:ext cx="2399458" cy="977463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dirty="0">
                <a:solidFill>
                  <a:schemeClr val="tx1"/>
                </a:solidFill>
              </a:rPr>
              <a:t>process</a:t>
            </a:r>
          </a:p>
        </p:txBody>
      </p:sp>
    </p:spTree>
    <p:extLst>
      <p:ext uri="{BB962C8B-B14F-4D97-AF65-F5344CB8AC3E}">
        <p14:creationId xmlns:p14="http://schemas.microsoft.com/office/powerpoint/2010/main" val="385526522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6E14AA-DC87-0AC8-957C-DCAD1779CD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0A853EE3-1156-0966-7D49-45C13DF620C7}"/>
              </a:ext>
            </a:extLst>
          </p:cNvPr>
          <p:cNvSpPr/>
          <p:nvPr/>
        </p:nvSpPr>
        <p:spPr>
          <a:xfrm>
            <a:off x="1597572" y="662152"/>
            <a:ext cx="6611008" cy="555997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dirty="0">
                <a:solidFill>
                  <a:schemeClr val="tx1"/>
                </a:solidFill>
              </a:rPr>
              <a:t>Prompt</a:t>
            </a:r>
          </a:p>
        </p:txBody>
      </p:sp>
      <p:sp>
        <p:nvSpPr>
          <p:cNvPr id="5" name="Striped Right Arrow 4">
            <a:extLst>
              <a:ext uri="{FF2B5EF4-FFF2-40B4-BE49-F238E27FC236}">
                <a16:creationId xmlns:a16="http://schemas.microsoft.com/office/drawing/2014/main" id="{4A1E077A-522C-78D6-43B0-109EFF253A93}"/>
              </a:ext>
            </a:extLst>
          </p:cNvPr>
          <p:cNvSpPr/>
          <p:nvPr/>
        </p:nvSpPr>
        <p:spPr>
          <a:xfrm>
            <a:off x="8544910" y="2814145"/>
            <a:ext cx="367862" cy="1229711"/>
          </a:xfrm>
          <a:prstGeom prst="stripedRightArrow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7" name="16-Point Star 6">
            <a:extLst>
              <a:ext uri="{FF2B5EF4-FFF2-40B4-BE49-F238E27FC236}">
                <a16:creationId xmlns:a16="http://schemas.microsoft.com/office/drawing/2014/main" id="{9BF6C150-9EC8-933D-1D82-FF8332CEADDE}"/>
              </a:ext>
            </a:extLst>
          </p:cNvPr>
          <p:cNvSpPr/>
          <p:nvPr/>
        </p:nvSpPr>
        <p:spPr>
          <a:xfrm>
            <a:off x="9249102" y="2493580"/>
            <a:ext cx="1870839" cy="1870839"/>
          </a:xfrm>
          <a:prstGeom prst="star16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Result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B9E2BF40-5F43-891A-F286-96D914517B44}"/>
              </a:ext>
            </a:extLst>
          </p:cNvPr>
          <p:cNvSpPr/>
          <p:nvPr/>
        </p:nvSpPr>
        <p:spPr>
          <a:xfrm>
            <a:off x="6608378" y="872359"/>
            <a:ext cx="1413642" cy="5139558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dirty="0">
                <a:solidFill>
                  <a:schemeClr val="tx1"/>
                </a:solidFill>
              </a:rPr>
              <a:t>Impromptu prompt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1E9EB23-B3C4-8BC0-5D22-AD44F5F570A2}"/>
              </a:ext>
            </a:extLst>
          </p:cNvPr>
          <p:cNvSpPr/>
          <p:nvPr/>
        </p:nvSpPr>
        <p:spPr>
          <a:xfrm>
            <a:off x="2508423" y="872359"/>
            <a:ext cx="4003588" cy="4259170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dirty="0">
                <a:solidFill>
                  <a:schemeClr val="tx1"/>
                </a:solidFill>
              </a:rPr>
              <a:t>examples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017A0D2-8DEA-9CB7-EDCE-B0EF30F2FCD2}"/>
              </a:ext>
            </a:extLst>
          </p:cNvPr>
          <p:cNvSpPr/>
          <p:nvPr/>
        </p:nvSpPr>
        <p:spPr>
          <a:xfrm>
            <a:off x="1828800" y="5341737"/>
            <a:ext cx="4779578" cy="268087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dirty="0">
                <a:solidFill>
                  <a:schemeClr val="tx1"/>
                </a:solidFill>
              </a:rPr>
              <a:t>Data / Context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3B80808-0473-468C-4021-905368D5AF3F}"/>
              </a:ext>
            </a:extLst>
          </p:cNvPr>
          <p:cNvSpPr/>
          <p:nvPr/>
        </p:nvSpPr>
        <p:spPr>
          <a:xfrm>
            <a:off x="1828800" y="5820032"/>
            <a:ext cx="4779578" cy="268086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dirty="0">
                <a:solidFill>
                  <a:schemeClr val="tx1"/>
                </a:solidFill>
              </a:rPr>
              <a:t>process</a:t>
            </a:r>
          </a:p>
        </p:txBody>
      </p:sp>
    </p:spTree>
    <p:extLst>
      <p:ext uri="{BB962C8B-B14F-4D97-AF65-F5344CB8AC3E}">
        <p14:creationId xmlns:p14="http://schemas.microsoft.com/office/powerpoint/2010/main" val="122918689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0A71E3-6270-06BD-A3D7-F5790B65D4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B063B58F-6816-C80C-75C7-87C1131607A2}"/>
              </a:ext>
            </a:extLst>
          </p:cNvPr>
          <p:cNvSpPr/>
          <p:nvPr/>
        </p:nvSpPr>
        <p:spPr>
          <a:xfrm>
            <a:off x="1597572" y="662152"/>
            <a:ext cx="6611008" cy="555997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dirty="0">
                <a:solidFill>
                  <a:schemeClr val="tx1"/>
                </a:solidFill>
              </a:rPr>
              <a:t>Prompt</a:t>
            </a:r>
          </a:p>
        </p:txBody>
      </p:sp>
      <p:sp>
        <p:nvSpPr>
          <p:cNvPr id="5" name="Striped Right Arrow 4">
            <a:extLst>
              <a:ext uri="{FF2B5EF4-FFF2-40B4-BE49-F238E27FC236}">
                <a16:creationId xmlns:a16="http://schemas.microsoft.com/office/drawing/2014/main" id="{AC3967AC-C7A6-A884-B552-E316CEFFB31E}"/>
              </a:ext>
            </a:extLst>
          </p:cNvPr>
          <p:cNvSpPr/>
          <p:nvPr/>
        </p:nvSpPr>
        <p:spPr>
          <a:xfrm>
            <a:off x="8544910" y="2814145"/>
            <a:ext cx="367862" cy="1229711"/>
          </a:xfrm>
          <a:prstGeom prst="stripedRightArrow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7" name="16-Point Star 6">
            <a:extLst>
              <a:ext uri="{FF2B5EF4-FFF2-40B4-BE49-F238E27FC236}">
                <a16:creationId xmlns:a16="http://schemas.microsoft.com/office/drawing/2014/main" id="{103CD537-760C-905F-50E0-55CA94DE4049}"/>
              </a:ext>
            </a:extLst>
          </p:cNvPr>
          <p:cNvSpPr/>
          <p:nvPr/>
        </p:nvSpPr>
        <p:spPr>
          <a:xfrm>
            <a:off x="9249102" y="2493580"/>
            <a:ext cx="1870839" cy="1870839"/>
          </a:xfrm>
          <a:prstGeom prst="star16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Result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EF6816FD-779B-8312-6FF1-73FF92D74207}"/>
              </a:ext>
            </a:extLst>
          </p:cNvPr>
          <p:cNvSpPr/>
          <p:nvPr/>
        </p:nvSpPr>
        <p:spPr>
          <a:xfrm>
            <a:off x="6608378" y="872359"/>
            <a:ext cx="1413642" cy="5139558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dirty="0">
                <a:solidFill>
                  <a:schemeClr val="tx1"/>
                </a:solidFill>
              </a:rPr>
              <a:t>Impromptu prompt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7D6E495-865D-F560-3C04-A44D59DAA94D}"/>
              </a:ext>
            </a:extLst>
          </p:cNvPr>
          <p:cNvSpPr/>
          <p:nvPr/>
        </p:nvSpPr>
        <p:spPr>
          <a:xfrm>
            <a:off x="1732433" y="872359"/>
            <a:ext cx="4779578" cy="375817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dirty="0">
                <a:solidFill>
                  <a:schemeClr val="tx1"/>
                </a:solidFill>
              </a:rPr>
              <a:t>examples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58F7ACF-6A6A-B0D4-00C5-5621376C27E6}"/>
              </a:ext>
            </a:extLst>
          </p:cNvPr>
          <p:cNvSpPr/>
          <p:nvPr/>
        </p:nvSpPr>
        <p:spPr>
          <a:xfrm>
            <a:off x="2520778" y="1458383"/>
            <a:ext cx="3991233" cy="415144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dirty="0">
                <a:solidFill>
                  <a:schemeClr val="tx1"/>
                </a:solidFill>
              </a:rPr>
              <a:t>Data / Context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4FCE450-F9A7-FD69-0A72-5CDB65FDABDE}"/>
              </a:ext>
            </a:extLst>
          </p:cNvPr>
          <p:cNvSpPr/>
          <p:nvPr/>
        </p:nvSpPr>
        <p:spPr>
          <a:xfrm>
            <a:off x="1828800" y="5820032"/>
            <a:ext cx="4779578" cy="268086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dirty="0">
                <a:solidFill>
                  <a:schemeClr val="tx1"/>
                </a:solidFill>
              </a:rPr>
              <a:t>process</a:t>
            </a:r>
          </a:p>
        </p:txBody>
      </p:sp>
    </p:spTree>
    <p:extLst>
      <p:ext uri="{BB962C8B-B14F-4D97-AF65-F5344CB8AC3E}">
        <p14:creationId xmlns:p14="http://schemas.microsoft.com/office/powerpoint/2010/main" val="212959805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612B17-000D-0803-C981-E14E75CDF1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DD93441A-5A24-E231-2E91-5DC7FBF717A0}"/>
              </a:ext>
            </a:extLst>
          </p:cNvPr>
          <p:cNvSpPr/>
          <p:nvPr/>
        </p:nvSpPr>
        <p:spPr>
          <a:xfrm>
            <a:off x="1597572" y="662152"/>
            <a:ext cx="6611008" cy="555997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dirty="0">
                <a:solidFill>
                  <a:schemeClr val="tx1"/>
                </a:solidFill>
              </a:rPr>
              <a:t>Prompt</a:t>
            </a:r>
          </a:p>
        </p:txBody>
      </p:sp>
      <p:sp>
        <p:nvSpPr>
          <p:cNvPr id="5" name="Striped Right Arrow 4">
            <a:extLst>
              <a:ext uri="{FF2B5EF4-FFF2-40B4-BE49-F238E27FC236}">
                <a16:creationId xmlns:a16="http://schemas.microsoft.com/office/drawing/2014/main" id="{0869E114-4630-52E7-94F1-39922E0EF542}"/>
              </a:ext>
            </a:extLst>
          </p:cNvPr>
          <p:cNvSpPr/>
          <p:nvPr/>
        </p:nvSpPr>
        <p:spPr>
          <a:xfrm>
            <a:off x="8544910" y="2814145"/>
            <a:ext cx="367862" cy="1229711"/>
          </a:xfrm>
          <a:prstGeom prst="stripedRightArrow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7" name="16-Point Star 6">
            <a:extLst>
              <a:ext uri="{FF2B5EF4-FFF2-40B4-BE49-F238E27FC236}">
                <a16:creationId xmlns:a16="http://schemas.microsoft.com/office/drawing/2014/main" id="{5D57215C-DACE-695E-B91C-2C994D781F00}"/>
              </a:ext>
            </a:extLst>
          </p:cNvPr>
          <p:cNvSpPr/>
          <p:nvPr/>
        </p:nvSpPr>
        <p:spPr>
          <a:xfrm>
            <a:off x="9249102" y="2493580"/>
            <a:ext cx="1870839" cy="1870839"/>
          </a:xfrm>
          <a:prstGeom prst="star16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Result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07ADEC9D-F099-FDE3-F790-528DF4691B82}"/>
              </a:ext>
            </a:extLst>
          </p:cNvPr>
          <p:cNvSpPr/>
          <p:nvPr/>
        </p:nvSpPr>
        <p:spPr>
          <a:xfrm>
            <a:off x="6608378" y="872359"/>
            <a:ext cx="1413642" cy="5139558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dirty="0">
                <a:solidFill>
                  <a:schemeClr val="tx1"/>
                </a:solidFill>
              </a:rPr>
              <a:t>Impromptu prompt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30653FF1-C8B5-B4CD-AABF-933644A7CC97}"/>
              </a:ext>
            </a:extLst>
          </p:cNvPr>
          <p:cNvSpPr/>
          <p:nvPr/>
        </p:nvSpPr>
        <p:spPr>
          <a:xfrm>
            <a:off x="1732433" y="872359"/>
            <a:ext cx="4779578" cy="375817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dirty="0">
                <a:solidFill>
                  <a:schemeClr val="tx1"/>
                </a:solidFill>
              </a:rPr>
              <a:t>examples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6D1795E-E79E-1916-B867-F20A9D26AD72}"/>
              </a:ext>
            </a:extLst>
          </p:cNvPr>
          <p:cNvSpPr/>
          <p:nvPr/>
        </p:nvSpPr>
        <p:spPr>
          <a:xfrm>
            <a:off x="1732434" y="1458384"/>
            <a:ext cx="4779578" cy="268086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dirty="0">
                <a:solidFill>
                  <a:schemeClr val="tx1"/>
                </a:solidFill>
              </a:rPr>
              <a:t>Data / Context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C40DEEC-E70A-71B2-2F7E-D3FB3AEC6EF4}"/>
              </a:ext>
            </a:extLst>
          </p:cNvPr>
          <p:cNvSpPr/>
          <p:nvPr/>
        </p:nvSpPr>
        <p:spPr>
          <a:xfrm>
            <a:off x="2520778" y="1816443"/>
            <a:ext cx="3901040" cy="4271675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dirty="0">
                <a:solidFill>
                  <a:schemeClr val="tx1"/>
                </a:solidFill>
              </a:rPr>
              <a:t>process</a:t>
            </a:r>
          </a:p>
        </p:txBody>
      </p:sp>
    </p:spTree>
    <p:extLst>
      <p:ext uri="{BB962C8B-B14F-4D97-AF65-F5344CB8AC3E}">
        <p14:creationId xmlns:p14="http://schemas.microsoft.com/office/powerpoint/2010/main" val="318779989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AE0E7A-2957-3884-37F1-CE21ED7874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4377AA3F-74EA-D436-3A17-DAEC7F9CEAB1}"/>
              </a:ext>
            </a:extLst>
          </p:cNvPr>
          <p:cNvSpPr/>
          <p:nvPr/>
        </p:nvSpPr>
        <p:spPr>
          <a:xfrm>
            <a:off x="1597572" y="662152"/>
            <a:ext cx="6611008" cy="555997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dirty="0">
                <a:solidFill>
                  <a:schemeClr val="tx1"/>
                </a:solidFill>
              </a:rPr>
              <a:t>Prompt</a:t>
            </a:r>
          </a:p>
        </p:txBody>
      </p:sp>
      <p:sp>
        <p:nvSpPr>
          <p:cNvPr id="5" name="Striped Right Arrow 4">
            <a:extLst>
              <a:ext uri="{FF2B5EF4-FFF2-40B4-BE49-F238E27FC236}">
                <a16:creationId xmlns:a16="http://schemas.microsoft.com/office/drawing/2014/main" id="{50C165F0-1BE8-127E-1E5D-8D48BEB61180}"/>
              </a:ext>
            </a:extLst>
          </p:cNvPr>
          <p:cNvSpPr/>
          <p:nvPr/>
        </p:nvSpPr>
        <p:spPr>
          <a:xfrm>
            <a:off x="8544910" y="2814145"/>
            <a:ext cx="367862" cy="1229711"/>
          </a:xfrm>
          <a:prstGeom prst="stripedRightArrow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7" name="16-Point Star 6">
            <a:extLst>
              <a:ext uri="{FF2B5EF4-FFF2-40B4-BE49-F238E27FC236}">
                <a16:creationId xmlns:a16="http://schemas.microsoft.com/office/drawing/2014/main" id="{4262BDAF-345D-F314-2F99-859FEC9E98A7}"/>
              </a:ext>
            </a:extLst>
          </p:cNvPr>
          <p:cNvSpPr/>
          <p:nvPr/>
        </p:nvSpPr>
        <p:spPr>
          <a:xfrm>
            <a:off x="9249102" y="2493580"/>
            <a:ext cx="1870839" cy="1870839"/>
          </a:xfrm>
          <a:prstGeom prst="star16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Result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153E9993-3F0C-9C81-42EA-2708C4A6C2A8}"/>
              </a:ext>
            </a:extLst>
          </p:cNvPr>
          <p:cNvSpPr/>
          <p:nvPr/>
        </p:nvSpPr>
        <p:spPr>
          <a:xfrm>
            <a:off x="6608378" y="872359"/>
            <a:ext cx="1413642" cy="5139558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dirty="0">
                <a:solidFill>
                  <a:schemeClr val="tx1"/>
                </a:solidFill>
              </a:rPr>
              <a:t>Impromptu prompt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8A63EEFE-1CEE-3CA6-1C48-E02C614B5AF9}"/>
              </a:ext>
            </a:extLst>
          </p:cNvPr>
          <p:cNvSpPr/>
          <p:nvPr/>
        </p:nvSpPr>
        <p:spPr>
          <a:xfrm>
            <a:off x="3582478" y="872359"/>
            <a:ext cx="2399458" cy="2017986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dirty="0">
                <a:solidFill>
                  <a:schemeClr val="tx1"/>
                </a:solidFill>
              </a:rPr>
              <a:t>examples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9D47B61-10D8-8B9F-2AAD-F1E4C5320AAF}"/>
              </a:ext>
            </a:extLst>
          </p:cNvPr>
          <p:cNvSpPr/>
          <p:nvPr/>
        </p:nvSpPr>
        <p:spPr>
          <a:xfrm>
            <a:off x="3582478" y="2958663"/>
            <a:ext cx="2399458" cy="2017986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dirty="0">
                <a:solidFill>
                  <a:schemeClr val="tx1"/>
                </a:solidFill>
              </a:rPr>
              <a:t>Data / Context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06AA44A3-E535-58F5-CF86-9C83937CCA8A}"/>
              </a:ext>
            </a:extLst>
          </p:cNvPr>
          <p:cNvSpPr/>
          <p:nvPr/>
        </p:nvSpPr>
        <p:spPr>
          <a:xfrm>
            <a:off x="3582478" y="5110655"/>
            <a:ext cx="2399458" cy="977463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dirty="0">
                <a:solidFill>
                  <a:schemeClr val="tx1"/>
                </a:solidFill>
              </a:rPr>
              <a:t>process</a:t>
            </a:r>
          </a:p>
        </p:txBody>
      </p:sp>
    </p:spTree>
    <p:extLst>
      <p:ext uri="{BB962C8B-B14F-4D97-AF65-F5344CB8AC3E}">
        <p14:creationId xmlns:p14="http://schemas.microsoft.com/office/powerpoint/2010/main" val="369432252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222301-8F1C-B3BB-56C2-AE547B0F5C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80F046D4-BBF8-1A39-01F8-64D2CFA32216}"/>
              </a:ext>
            </a:extLst>
          </p:cNvPr>
          <p:cNvSpPr/>
          <p:nvPr/>
        </p:nvSpPr>
        <p:spPr>
          <a:xfrm>
            <a:off x="1597572" y="662152"/>
            <a:ext cx="6611008" cy="555997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dirty="0">
                <a:solidFill>
                  <a:schemeClr val="tx1"/>
                </a:solidFill>
              </a:rPr>
              <a:t>Prompt</a:t>
            </a:r>
          </a:p>
        </p:txBody>
      </p:sp>
      <p:sp>
        <p:nvSpPr>
          <p:cNvPr id="5" name="Striped Right Arrow 4">
            <a:extLst>
              <a:ext uri="{FF2B5EF4-FFF2-40B4-BE49-F238E27FC236}">
                <a16:creationId xmlns:a16="http://schemas.microsoft.com/office/drawing/2014/main" id="{75675E2F-0E88-7CCC-8752-19AD81EFBD7F}"/>
              </a:ext>
            </a:extLst>
          </p:cNvPr>
          <p:cNvSpPr/>
          <p:nvPr/>
        </p:nvSpPr>
        <p:spPr>
          <a:xfrm>
            <a:off x="8544910" y="2814145"/>
            <a:ext cx="367862" cy="1229711"/>
          </a:xfrm>
          <a:prstGeom prst="stripedRightArrow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7" name="16-Point Star 6">
            <a:extLst>
              <a:ext uri="{FF2B5EF4-FFF2-40B4-BE49-F238E27FC236}">
                <a16:creationId xmlns:a16="http://schemas.microsoft.com/office/drawing/2014/main" id="{08C031F7-1269-E9F8-2DFF-03363949EC2B}"/>
              </a:ext>
            </a:extLst>
          </p:cNvPr>
          <p:cNvSpPr/>
          <p:nvPr/>
        </p:nvSpPr>
        <p:spPr>
          <a:xfrm>
            <a:off x="9249102" y="2493580"/>
            <a:ext cx="1870839" cy="1870839"/>
          </a:xfrm>
          <a:prstGeom prst="star16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Result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B3EAFB14-2123-6AF7-8951-DE8106E0B6FF}"/>
              </a:ext>
            </a:extLst>
          </p:cNvPr>
          <p:cNvSpPr/>
          <p:nvPr/>
        </p:nvSpPr>
        <p:spPr>
          <a:xfrm>
            <a:off x="6608378" y="872359"/>
            <a:ext cx="1413642" cy="513955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dirty="0">
                <a:solidFill>
                  <a:schemeClr val="tx1"/>
                </a:solidFill>
              </a:rPr>
              <a:t>Impromptu prompt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54A2B20E-619A-3877-0737-A2992F25FF94}"/>
              </a:ext>
            </a:extLst>
          </p:cNvPr>
          <p:cNvSpPr/>
          <p:nvPr/>
        </p:nvSpPr>
        <p:spPr>
          <a:xfrm>
            <a:off x="3582478" y="872359"/>
            <a:ext cx="2399458" cy="2017986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dirty="0">
                <a:solidFill>
                  <a:schemeClr val="tx1"/>
                </a:solidFill>
              </a:rPr>
              <a:t>examples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A5A8C13-FC52-7B83-A691-814540D90D8A}"/>
              </a:ext>
            </a:extLst>
          </p:cNvPr>
          <p:cNvSpPr/>
          <p:nvPr/>
        </p:nvSpPr>
        <p:spPr>
          <a:xfrm>
            <a:off x="3582478" y="2958663"/>
            <a:ext cx="2399458" cy="2017986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dirty="0">
                <a:solidFill>
                  <a:schemeClr val="tx1"/>
                </a:solidFill>
              </a:rPr>
              <a:t>Data / Context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85D8687-FAA9-CAC9-ADB7-F73DF38DFEEE}"/>
              </a:ext>
            </a:extLst>
          </p:cNvPr>
          <p:cNvSpPr/>
          <p:nvPr/>
        </p:nvSpPr>
        <p:spPr>
          <a:xfrm>
            <a:off x="3582478" y="5110655"/>
            <a:ext cx="2399458" cy="977463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dirty="0">
                <a:solidFill>
                  <a:schemeClr val="tx1"/>
                </a:solidFill>
              </a:rPr>
              <a:t>process</a:t>
            </a:r>
          </a:p>
        </p:txBody>
      </p:sp>
    </p:spTree>
    <p:extLst>
      <p:ext uri="{BB962C8B-B14F-4D97-AF65-F5344CB8AC3E}">
        <p14:creationId xmlns:p14="http://schemas.microsoft.com/office/powerpoint/2010/main" val="261526924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901B81-22A4-B00A-ED44-04918A7C14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5042A077-754A-0475-C95C-0AD6AD05B69B}"/>
              </a:ext>
            </a:extLst>
          </p:cNvPr>
          <p:cNvSpPr/>
          <p:nvPr/>
        </p:nvSpPr>
        <p:spPr>
          <a:xfrm>
            <a:off x="1597572" y="662152"/>
            <a:ext cx="6611008" cy="555997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dirty="0">
                <a:solidFill>
                  <a:schemeClr val="tx1"/>
                </a:solidFill>
              </a:rPr>
              <a:t>Prompt</a:t>
            </a:r>
          </a:p>
        </p:txBody>
      </p:sp>
      <p:sp>
        <p:nvSpPr>
          <p:cNvPr id="5" name="Striped Right Arrow 4">
            <a:extLst>
              <a:ext uri="{FF2B5EF4-FFF2-40B4-BE49-F238E27FC236}">
                <a16:creationId xmlns:a16="http://schemas.microsoft.com/office/drawing/2014/main" id="{9803C1FA-E272-CEBB-CE2C-6548C750B348}"/>
              </a:ext>
            </a:extLst>
          </p:cNvPr>
          <p:cNvSpPr/>
          <p:nvPr/>
        </p:nvSpPr>
        <p:spPr>
          <a:xfrm>
            <a:off x="8544910" y="2814145"/>
            <a:ext cx="367862" cy="1229711"/>
          </a:xfrm>
          <a:prstGeom prst="stripedRightArrow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7" name="16-Point Star 6">
            <a:extLst>
              <a:ext uri="{FF2B5EF4-FFF2-40B4-BE49-F238E27FC236}">
                <a16:creationId xmlns:a16="http://schemas.microsoft.com/office/drawing/2014/main" id="{42DCF0CF-E6F0-37CF-EC7F-04D6AA3F3820}"/>
              </a:ext>
            </a:extLst>
          </p:cNvPr>
          <p:cNvSpPr/>
          <p:nvPr/>
        </p:nvSpPr>
        <p:spPr>
          <a:xfrm>
            <a:off x="9249102" y="2493580"/>
            <a:ext cx="1870839" cy="1870839"/>
          </a:xfrm>
          <a:prstGeom prst="star16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Result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65DFB721-A789-3BC3-90C6-3423B15245DF}"/>
              </a:ext>
            </a:extLst>
          </p:cNvPr>
          <p:cNvSpPr/>
          <p:nvPr/>
        </p:nvSpPr>
        <p:spPr>
          <a:xfrm>
            <a:off x="6608378" y="872359"/>
            <a:ext cx="1413642" cy="513955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dirty="0">
                <a:solidFill>
                  <a:schemeClr val="tx1"/>
                </a:solidFill>
              </a:rPr>
              <a:t>Impromptu prompt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42CB822-658B-5FDA-E842-61E3C800BE8F}"/>
              </a:ext>
            </a:extLst>
          </p:cNvPr>
          <p:cNvSpPr/>
          <p:nvPr/>
        </p:nvSpPr>
        <p:spPr>
          <a:xfrm>
            <a:off x="1732433" y="872359"/>
            <a:ext cx="4779578" cy="375817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dirty="0">
                <a:solidFill>
                  <a:schemeClr val="tx1"/>
                </a:solidFill>
              </a:rPr>
              <a:t>examples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C7C0D63-6390-7B72-95F7-652064DA7CB0}"/>
              </a:ext>
            </a:extLst>
          </p:cNvPr>
          <p:cNvSpPr/>
          <p:nvPr/>
        </p:nvSpPr>
        <p:spPr>
          <a:xfrm>
            <a:off x="2520778" y="1458383"/>
            <a:ext cx="3991233" cy="415144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dirty="0">
                <a:solidFill>
                  <a:schemeClr val="tx1"/>
                </a:solidFill>
              </a:rPr>
              <a:t>Data / Context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AC81AD3-1DA8-72A9-ECCE-13B401B638EB}"/>
              </a:ext>
            </a:extLst>
          </p:cNvPr>
          <p:cNvSpPr/>
          <p:nvPr/>
        </p:nvSpPr>
        <p:spPr>
          <a:xfrm>
            <a:off x="1828800" y="5820032"/>
            <a:ext cx="4779578" cy="268086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dirty="0">
                <a:solidFill>
                  <a:schemeClr val="tx1"/>
                </a:solidFill>
              </a:rPr>
              <a:t>process</a:t>
            </a:r>
          </a:p>
        </p:txBody>
      </p:sp>
    </p:spTree>
    <p:extLst>
      <p:ext uri="{BB962C8B-B14F-4D97-AF65-F5344CB8AC3E}">
        <p14:creationId xmlns:p14="http://schemas.microsoft.com/office/powerpoint/2010/main" val="293296570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FA6442-54D1-FD61-03C3-6675796653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triped Right Arrow 4">
            <a:extLst>
              <a:ext uri="{FF2B5EF4-FFF2-40B4-BE49-F238E27FC236}">
                <a16:creationId xmlns:a16="http://schemas.microsoft.com/office/drawing/2014/main" id="{7A23796C-A263-A6DE-B88A-1ADF435A9FC5}"/>
              </a:ext>
            </a:extLst>
          </p:cNvPr>
          <p:cNvSpPr/>
          <p:nvPr/>
        </p:nvSpPr>
        <p:spPr>
          <a:xfrm>
            <a:off x="10148979" y="2814145"/>
            <a:ext cx="367862" cy="1229711"/>
          </a:xfrm>
          <a:prstGeom prst="stripedRightArrow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7" name="16-Point Star 6">
            <a:extLst>
              <a:ext uri="{FF2B5EF4-FFF2-40B4-BE49-F238E27FC236}">
                <a16:creationId xmlns:a16="http://schemas.microsoft.com/office/drawing/2014/main" id="{91B65733-1DB8-8126-5628-FEB67A9712AD}"/>
              </a:ext>
            </a:extLst>
          </p:cNvPr>
          <p:cNvSpPr/>
          <p:nvPr/>
        </p:nvSpPr>
        <p:spPr>
          <a:xfrm>
            <a:off x="10703401" y="2867480"/>
            <a:ext cx="1176376" cy="1176376"/>
          </a:xfrm>
          <a:prstGeom prst="star16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</a:rPr>
              <a:t>Final Result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28E2F7C2-3615-11EB-40A7-8E779E415E02}"/>
              </a:ext>
            </a:extLst>
          </p:cNvPr>
          <p:cNvGrpSpPr/>
          <p:nvPr/>
        </p:nvGrpSpPr>
        <p:grpSpPr>
          <a:xfrm>
            <a:off x="201927" y="2298355"/>
            <a:ext cx="2946464" cy="2478027"/>
            <a:chOff x="1597572" y="662152"/>
            <a:chExt cx="6611008" cy="5559972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DC300AE2-119A-CE00-A65A-23BAD4D59952}"/>
                </a:ext>
              </a:extLst>
            </p:cNvPr>
            <p:cNvSpPr/>
            <p:nvPr/>
          </p:nvSpPr>
          <p:spPr>
            <a:xfrm>
              <a:off x="1597572" y="662152"/>
              <a:ext cx="6611008" cy="5559972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just"/>
              <a:r>
                <a:rPr lang="en-US" sz="1100" dirty="0">
                  <a:solidFill>
                    <a:schemeClr val="tx1"/>
                  </a:solidFill>
                </a:rPr>
                <a:t>Prompt</a:t>
              </a:r>
            </a:p>
          </p:txBody>
        </p:sp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08182210-5A3E-6C54-8A42-65E33F611A67}"/>
                </a:ext>
              </a:extLst>
            </p:cNvPr>
            <p:cNvSpPr/>
            <p:nvPr/>
          </p:nvSpPr>
          <p:spPr>
            <a:xfrm>
              <a:off x="6608378" y="872359"/>
              <a:ext cx="1413642" cy="5139558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just"/>
              <a:r>
                <a:rPr lang="en-US" sz="1100" dirty="0">
                  <a:solidFill>
                    <a:schemeClr val="tx1"/>
                  </a:solidFill>
                </a:rPr>
                <a:t>Impromptu prompt</a:t>
              </a:r>
            </a:p>
          </p:txBody>
        </p:sp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D844978D-B5DD-0DBA-3DE3-6BDEFD65E587}"/>
                </a:ext>
              </a:extLst>
            </p:cNvPr>
            <p:cNvSpPr/>
            <p:nvPr/>
          </p:nvSpPr>
          <p:spPr>
            <a:xfrm>
              <a:off x="1732433" y="872359"/>
              <a:ext cx="4779578" cy="375817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just"/>
              <a:r>
                <a:rPr lang="en-US" sz="1100" dirty="0">
                  <a:solidFill>
                    <a:schemeClr val="tx1"/>
                  </a:solidFill>
                </a:rPr>
                <a:t>examples</a:t>
              </a:r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15513D20-ABBE-BCBD-9215-62486C0B37BC}"/>
                </a:ext>
              </a:extLst>
            </p:cNvPr>
            <p:cNvSpPr/>
            <p:nvPr/>
          </p:nvSpPr>
          <p:spPr>
            <a:xfrm>
              <a:off x="2520778" y="1458383"/>
              <a:ext cx="3991233" cy="4151441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just"/>
              <a:r>
                <a:rPr lang="en-US" sz="1100" dirty="0">
                  <a:solidFill>
                    <a:schemeClr val="tx1"/>
                  </a:solidFill>
                </a:rPr>
                <a:t>Data / Context</a:t>
              </a:r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FBEC7308-1E6E-FB32-A18F-FE0C9A4B2FD7}"/>
                </a:ext>
              </a:extLst>
            </p:cNvPr>
            <p:cNvSpPr/>
            <p:nvPr/>
          </p:nvSpPr>
          <p:spPr>
            <a:xfrm>
              <a:off x="1828800" y="5820032"/>
              <a:ext cx="4779578" cy="268086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just"/>
              <a:r>
                <a:rPr lang="en-US" sz="1100" dirty="0">
                  <a:solidFill>
                    <a:schemeClr val="tx1"/>
                  </a:solidFill>
                </a:rPr>
                <a:t>process</a:t>
              </a:r>
            </a:p>
          </p:txBody>
        </p:sp>
      </p:grpSp>
      <p:sp>
        <p:nvSpPr>
          <p:cNvPr id="10" name="Striped Right Arrow 9">
            <a:extLst>
              <a:ext uri="{FF2B5EF4-FFF2-40B4-BE49-F238E27FC236}">
                <a16:creationId xmlns:a16="http://schemas.microsoft.com/office/drawing/2014/main" id="{7F4538F3-3CB6-6790-3F2C-F026F436BB89}"/>
              </a:ext>
            </a:extLst>
          </p:cNvPr>
          <p:cNvSpPr/>
          <p:nvPr/>
        </p:nvSpPr>
        <p:spPr>
          <a:xfrm>
            <a:off x="3739941" y="2963501"/>
            <a:ext cx="367862" cy="1229711"/>
          </a:xfrm>
          <a:prstGeom prst="stripedRightArrow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43B5CD8-9A10-DB5A-6AFB-9EEFC043F163}"/>
              </a:ext>
            </a:extLst>
          </p:cNvPr>
          <p:cNvSpPr/>
          <p:nvPr/>
        </p:nvSpPr>
        <p:spPr>
          <a:xfrm>
            <a:off x="4667334" y="2653228"/>
            <a:ext cx="1778855" cy="1850258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sz="1100" dirty="0">
                <a:solidFill>
                  <a:schemeClr val="tx1"/>
                </a:solidFill>
              </a:rPr>
              <a:t>Data / Context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8F075BD2-7D31-3C69-969C-C69F935F27C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17656" b="33733"/>
          <a:stretch/>
        </p:blipFill>
        <p:spPr>
          <a:xfrm>
            <a:off x="6646165" y="2237105"/>
            <a:ext cx="1296751" cy="1279222"/>
          </a:xfrm>
          <a:prstGeom prst="rect">
            <a:avLst/>
          </a:prstGeom>
        </p:spPr>
      </p:pic>
      <p:sp>
        <p:nvSpPr>
          <p:cNvPr id="14" name="Arc 13">
            <a:extLst>
              <a:ext uri="{FF2B5EF4-FFF2-40B4-BE49-F238E27FC236}">
                <a16:creationId xmlns:a16="http://schemas.microsoft.com/office/drawing/2014/main" id="{EFA5F463-86F2-9999-C501-3E8303FCA1F3}"/>
              </a:ext>
            </a:extLst>
          </p:cNvPr>
          <p:cNvSpPr/>
          <p:nvPr/>
        </p:nvSpPr>
        <p:spPr>
          <a:xfrm rot="8115961">
            <a:off x="4340374" y="1544594"/>
            <a:ext cx="3768811" cy="3768811"/>
          </a:xfrm>
          <a:prstGeom prst="arc">
            <a:avLst/>
          </a:prstGeom>
          <a:ln>
            <a:headEnd type="non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BEEF536-2D2D-BDFB-E9B6-8B6A3A9B8031}"/>
              </a:ext>
            </a:extLst>
          </p:cNvPr>
          <p:cNvSpPr txBox="1"/>
          <p:nvPr/>
        </p:nvSpPr>
        <p:spPr>
          <a:xfrm>
            <a:off x="6713600" y="3510978"/>
            <a:ext cx="92365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Human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2C11478-8979-89B5-CF89-D42A4DA61E48}"/>
              </a:ext>
            </a:extLst>
          </p:cNvPr>
          <p:cNvSpPr txBox="1"/>
          <p:nvPr/>
        </p:nvSpPr>
        <p:spPr>
          <a:xfrm>
            <a:off x="6734084" y="3829799"/>
            <a:ext cx="1278876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Evaluation </a:t>
            </a:r>
            <a:br>
              <a:rPr lang="en-US" dirty="0"/>
            </a:br>
            <a:r>
              <a:rPr lang="en-US" dirty="0"/>
              <a:t>Edit</a:t>
            </a:r>
            <a:br>
              <a:rPr lang="en-US" dirty="0"/>
            </a:br>
            <a:r>
              <a:rPr lang="en-US" dirty="0"/>
              <a:t>Addition</a:t>
            </a:r>
          </a:p>
        </p:txBody>
      </p:sp>
    </p:spTree>
    <p:extLst>
      <p:ext uri="{BB962C8B-B14F-4D97-AF65-F5344CB8AC3E}">
        <p14:creationId xmlns:p14="http://schemas.microsoft.com/office/powerpoint/2010/main" val="242735438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8C22E86-F3B8-C80B-122B-15FCA4D101B6}"/>
              </a:ext>
            </a:extLst>
          </p:cNvPr>
          <p:cNvSpPr txBox="1"/>
          <p:nvPr/>
        </p:nvSpPr>
        <p:spPr>
          <a:xfrm>
            <a:off x="420129" y="383059"/>
            <a:ext cx="16179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Data / Context</a:t>
            </a:r>
          </a:p>
        </p:txBody>
      </p:sp>
      <p:pic>
        <p:nvPicPr>
          <p:cNvPr id="5" name="Picture 4" descr="A screenshot of a phone&#10;&#10;AI-generated content may be incorrect.">
            <a:extLst>
              <a:ext uri="{FF2B5EF4-FFF2-40B4-BE49-F238E27FC236}">
                <a16:creationId xmlns:a16="http://schemas.microsoft.com/office/drawing/2014/main" id="{719E77AC-0416-3267-335C-C1A9C47C101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73650" y="2450756"/>
            <a:ext cx="1909354" cy="2607276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2C472123-D63D-F4DB-6728-ECF4ABE69FD7}"/>
              </a:ext>
            </a:extLst>
          </p:cNvPr>
          <p:cNvSpPr txBox="1"/>
          <p:nvPr/>
        </p:nvSpPr>
        <p:spPr>
          <a:xfrm>
            <a:off x="5065061" y="1589901"/>
            <a:ext cx="14595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Interview me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8A56914-8EC6-7EAB-3856-420725AE5FA3}"/>
              </a:ext>
            </a:extLst>
          </p:cNvPr>
          <p:cNvSpPr txBox="1"/>
          <p:nvPr/>
        </p:nvSpPr>
        <p:spPr>
          <a:xfrm>
            <a:off x="8197967" y="1552144"/>
            <a:ext cx="131959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Build a Doc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7A6F721-C30C-99D4-4569-1A15AB9C792A}"/>
              </a:ext>
            </a:extLst>
          </p:cNvPr>
          <p:cNvSpPr/>
          <p:nvPr/>
        </p:nvSpPr>
        <p:spPr>
          <a:xfrm>
            <a:off x="7405817" y="2434281"/>
            <a:ext cx="1478692" cy="1828800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F270A3B-8218-C853-852C-679C062D442D}"/>
              </a:ext>
            </a:extLst>
          </p:cNvPr>
          <p:cNvSpPr txBox="1"/>
          <p:nvPr/>
        </p:nvSpPr>
        <p:spPr>
          <a:xfrm>
            <a:off x="7622712" y="3011612"/>
            <a:ext cx="104490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Unit Test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D05AD814-7B39-410E-D2FF-2E4C86A64BD6}"/>
              </a:ext>
            </a:extLst>
          </p:cNvPr>
          <p:cNvSpPr/>
          <p:nvPr/>
        </p:nvSpPr>
        <p:spPr>
          <a:xfrm>
            <a:off x="9101404" y="2415746"/>
            <a:ext cx="1478692" cy="1828800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52A5AF8-3B60-ED7D-0A75-87F78EB778A8}"/>
              </a:ext>
            </a:extLst>
          </p:cNvPr>
          <p:cNvSpPr txBox="1"/>
          <p:nvPr/>
        </p:nvSpPr>
        <p:spPr>
          <a:xfrm>
            <a:off x="9365072" y="2601773"/>
            <a:ext cx="1024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Diagram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E9AAAFA1-49EC-82B6-C0CF-92A14B1AD24D}"/>
              </a:ext>
            </a:extLst>
          </p:cNvPr>
          <p:cNvSpPr/>
          <p:nvPr/>
        </p:nvSpPr>
        <p:spPr>
          <a:xfrm>
            <a:off x="9877168" y="3162757"/>
            <a:ext cx="403712" cy="334778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6C493367-930C-3BB4-AFC7-5EA2222F3625}"/>
              </a:ext>
            </a:extLst>
          </p:cNvPr>
          <p:cNvSpPr/>
          <p:nvPr/>
        </p:nvSpPr>
        <p:spPr>
          <a:xfrm>
            <a:off x="9315703" y="3273047"/>
            <a:ext cx="403712" cy="334778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B873E79E-6D63-28F2-3E94-B2F7A00EF8B0}"/>
              </a:ext>
            </a:extLst>
          </p:cNvPr>
          <p:cNvSpPr/>
          <p:nvPr/>
        </p:nvSpPr>
        <p:spPr>
          <a:xfrm>
            <a:off x="9625943" y="3711146"/>
            <a:ext cx="403712" cy="31978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1AF1F004-ED36-3F5E-9C70-5E1615BDD664}"/>
              </a:ext>
            </a:extLst>
          </p:cNvPr>
          <p:cNvCxnSpPr>
            <a:stCxn id="15" idx="0"/>
            <a:endCxn id="13" idx="2"/>
          </p:cNvCxnSpPr>
          <p:nvPr/>
        </p:nvCxnSpPr>
        <p:spPr>
          <a:xfrm flipV="1">
            <a:off x="9827799" y="3497535"/>
            <a:ext cx="251225" cy="213611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C2182B38-1B7B-13B4-A34B-6BA107D100E0}"/>
              </a:ext>
            </a:extLst>
          </p:cNvPr>
          <p:cNvCxnSpPr>
            <a:stCxn id="14" idx="2"/>
            <a:endCxn id="15" idx="0"/>
          </p:cNvCxnSpPr>
          <p:nvPr/>
        </p:nvCxnSpPr>
        <p:spPr>
          <a:xfrm>
            <a:off x="9517559" y="3607825"/>
            <a:ext cx="310240" cy="10332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ectangle 19">
            <a:extLst>
              <a:ext uri="{FF2B5EF4-FFF2-40B4-BE49-F238E27FC236}">
                <a16:creationId xmlns:a16="http://schemas.microsoft.com/office/drawing/2014/main" id="{789EB92E-BA57-E21D-D6FF-56978AAC0CC8}"/>
              </a:ext>
            </a:extLst>
          </p:cNvPr>
          <p:cNvSpPr/>
          <p:nvPr/>
        </p:nvSpPr>
        <p:spPr>
          <a:xfrm>
            <a:off x="8240723" y="4579324"/>
            <a:ext cx="1478692" cy="1828800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Check List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D1B5E70-4D57-450F-3FE8-40B58C065AE2}"/>
              </a:ext>
            </a:extLst>
          </p:cNvPr>
          <p:cNvSpPr txBox="1"/>
          <p:nvPr/>
        </p:nvSpPr>
        <p:spPr>
          <a:xfrm>
            <a:off x="8437968" y="5040645"/>
            <a:ext cx="1079591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✅ item 1</a:t>
            </a:r>
          </a:p>
          <a:p>
            <a:r>
              <a:rPr lang="en-US" b="0" i="0" dirty="0">
                <a:solidFill>
                  <a:srgbClr val="001D35"/>
                </a:solidFill>
                <a:effectLst/>
                <a:latin typeface="Google Sans"/>
              </a:rPr>
              <a:t>☐ item 2</a:t>
            </a:r>
          </a:p>
          <a:p>
            <a:r>
              <a:rPr lang="en-US" b="0" i="0" dirty="0">
                <a:solidFill>
                  <a:srgbClr val="001D35"/>
                </a:solidFill>
                <a:effectLst/>
                <a:latin typeface="Google Sans"/>
              </a:rPr>
              <a:t>☐</a:t>
            </a:r>
            <a:r>
              <a:rPr lang="en-US" dirty="0">
                <a:solidFill>
                  <a:srgbClr val="001D35"/>
                </a:solidFill>
                <a:latin typeface="Google Sans"/>
              </a:rPr>
              <a:t> item 3</a:t>
            </a:r>
            <a:endParaRPr lang="en-US" dirty="0"/>
          </a:p>
        </p:txBody>
      </p: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EDF2DE71-5F7C-6B6C-74C0-594BAEB9046C}"/>
              </a:ext>
            </a:extLst>
          </p:cNvPr>
          <p:cNvCxnSpPr>
            <a:cxnSpLocks/>
          </p:cNvCxnSpPr>
          <p:nvPr/>
        </p:nvCxnSpPr>
        <p:spPr>
          <a:xfrm>
            <a:off x="7228703" y="1186249"/>
            <a:ext cx="0" cy="4777726"/>
          </a:xfrm>
          <a:prstGeom prst="line">
            <a:avLst/>
          </a:prstGeom>
          <a:ln w="762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B8C80298-326B-F67D-7DB9-10580A258FC2}"/>
              </a:ext>
            </a:extLst>
          </p:cNvPr>
          <p:cNvCxnSpPr>
            <a:cxnSpLocks/>
          </p:cNvCxnSpPr>
          <p:nvPr/>
        </p:nvCxnSpPr>
        <p:spPr>
          <a:xfrm>
            <a:off x="4341341" y="1186249"/>
            <a:ext cx="0" cy="4777726"/>
          </a:xfrm>
          <a:prstGeom prst="line">
            <a:avLst/>
          </a:prstGeom>
          <a:ln w="762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501F3D31-4ACF-CB57-9923-81FB64B9E1E7}"/>
              </a:ext>
            </a:extLst>
          </p:cNvPr>
          <p:cNvSpPr txBox="1"/>
          <p:nvPr/>
        </p:nvSpPr>
        <p:spPr>
          <a:xfrm>
            <a:off x="1578069" y="1589901"/>
            <a:ext cx="10717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Pre-Heat</a:t>
            </a:r>
          </a:p>
        </p:txBody>
      </p:sp>
      <p:pic>
        <p:nvPicPr>
          <p:cNvPr id="29" name="Picture 28">
            <a:extLst>
              <a:ext uri="{FF2B5EF4-FFF2-40B4-BE49-F238E27FC236}">
                <a16:creationId xmlns:a16="http://schemas.microsoft.com/office/drawing/2014/main" id="{5FAF7AC5-0635-80E4-E30A-638D30FE472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5925" y="2012552"/>
            <a:ext cx="3886200" cy="28557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9410563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76FB2D-9BED-A0C6-F6F1-8F1F0B8B0E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triped Right Arrow 4">
            <a:extLst>
              <a:ext uri="{FF2B5EF4-FFF2-40B4-BE49-F238E27FC236}">
                <a16:creationId xmlns:a16="http://schemas.microsoft.com/office/drawing/2014/main" id="{3241D9BC-5CFB-F52F-BA69-831C9CC8BA34}"/>
              </a:ext>
            </a:extLst>
          </p:cNvPr>
          <p:cNvSpPr/>
          <p:nvPr/>
        </p:nvSpPr>
        <p:spPr>
          <a:xfrm>
            <a:off x="7109216" y="4667659"/>
            <a:ext cx="367862" cy="1229711"/>
          </a:xfrm>
          <a:prstGeom prst="stripedRightArrow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7" name="16-Point Star 6">
            <a:extLst>
              <a:ext uri="{FF2B5EF4-FFF2-40B4-BE49-F238E27FC236}">
                <a16:creationId xmlns:a16="http://schemas.microsoft.com/office/drawing/2014/main" id="{E3971857-2DFF-4657-2913-054901B1406F}"/>
              </a:ext>
            </a:extLst>
          </p:cNvPr>
          <p:cNvSpPr/>
          <p:nvPr/>
        </p:nvSpPr>
        <p:spPr>
          <a:xfrm>
            <a:off x="7663638" y="4720994"/>
            <a:ext cx="1176376" cy="1176376"/>
          </a:xfrm>
          <a:prstGeom prst="star16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</a:rPr>
              <a:t>Final Result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2B5C605E-B521-E004-009D-28464DCD1D03}"/>
              </a:ext>
            </a:extLst>
          </p:cNvPr>
          <p:cNvGrpSpPr/>
          <p:nvPr/>
        </p:nvGrpSpPr>
        <p:grpSpPr>
          <a:xfrm>
            <a:off x="272926" y="336118"/>
            <a:ext cx="2946464" cy="2478027"/>
            <a:chOff x="1597572" y="662152"/>
            <a:chExt cx="6611008" cy="5559972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F539C165-2EAE-10E4-A679-3479A164CE0D}"/>
                </a:ext>
              </a:extLst>
            </p:cNvPr>
            <p:cNvSpPr/>
            <p:nvPr/>
          </p:nvSpPr>
          <p:spPr>
            <a:xfrm>
              <a:off x="1597572" y="662152"/>
              <a:ext cx="6611008" cy="5559972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just"/>
              <a:r>
                <a:rPr lang="en-US" sz="1100" dirty="0">
                  <a:solidFill>
                    <a:schemeClr val="tx1"/>
                  </a:solidFill>
                </a:rPr>
                <a:t>Prompt</a:t>
              </a:r>
            </a:p>
          </p:txBody>
        </p:sp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3F17B514-BE35-6EC3-8835-BAAFCACC27B2}"/>
                </a:ext>
              </a:extLst>
            </p:cNvPr>
            <p:cNvSpPr/>
            <p:nvPr/>
          </p:nvSpPr>
          <p:spPr>
            <a:xfrm>
              <a:off x="7057066" y="872358"/>
              <a:ext cx="964954" cy="5139557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just"/>
              <a:r>
                <a:rPr lang="en-US" sz="1100" dirty="0">
                  <a:solidFill>
                    <a:schemeClr val="tx1"/>
                  </a:solidFill>
                </a:rPr>
                <a:t>Impromptu prompt</a:t>
              </a:r>
            </a:p>
          </p:txBody>
        </p:sp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6401AEEB-E658-3A66-4C18-647D0428C424}"/>
                </a:ext>
              </a:extLst>
            </p:cNvPr>
            <p:cNvSpPr/>
            <p:nvPr/>
          </p:nvSpPr>
          <p:spPr>
            <a:xfrm>
              <a:off x="1732433" y="872359"/>
              <a:ext cx="4779578" cy="375817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just"/>
              <a:r>
                <a:rPr lang="en-US" sz="1100" dirty="0">
                  <a:solidFill>
                    <a:schemeClr val="tx1"/>
                  </a:solidFill>
                </a:rPr>
                <a:t>examples</a:t>
              </a:r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F98A678E-2BE2-F95B-0167-1EAB70FBC58B}"/>
                </a:ext>
              </a:extLst>
            </p:cNvPr>
            <p:cNvSpPr/>
            <p:nvPr/>
          </p:nvSpPr>
          <p:spPr>
            <a:xfrm>
              <a:off x="4903076" y="1622365"/>
              <a:ext cx="1608935" cy="1740607"/>
            </a:xfrm>
            <a:prstGeom prst="rect">
              <a:avLst/>
            </a:prstGeom>
            <a:noFill/>
            <a:ln>
              <a:solidFill>
                <a:schemeClr val="bg1">
                  <a:lumMod val="75000"/>
                </a:schemeClr>
              </a:solidFill>
              <a:prstDash val="sysDot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just"/>
              <a:r>
                <a:rPr lang="en-US" sz="1100" dirty="0">
                  <a:ln>
                    <a:solidFill>
                      <a:schemeClr val="bg1">
                        <a:lumMod val="75000"/>
                      </a:schemeClr>
                    </a:solidFill>
                  </a:ln>
                  <a:solidFill>
                    <a:schemeClr val="tx1"/>
                  </a:solidFill>
                </a:rPr>
                <a:t>Data / Context</a:t>
              </a:r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7500E761-1E95-8357-E242-C24EF954A90D}"/>
                </a:ext>
              </a:extLst>
            </p:cNvPr>
            <p:cNvSpPr/>
            <p:nvPr/>
          </p:nvSpPr>
          <p:spPr>
            <a:xfrm>
              <a:off x="1828800" y="3595423"/>
              <a:ext cx="5019372" cy="2492696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just"/>
              <a:r>
                <a:rPr lang="en-US" sz="1100" dirty="0">
                  <a:solidFill>
                    <a:schemeClr val="tx1"/>
                  </a:solidFill>
                </a:rPr>
                <a:t>process</a:t>
              </a:r>
            </a:p>
          </p:txBody>
        </p:sp>
      </p:grpSp>
      <p:sp>
        <p:nvSpPr>
          <p:cNvPr id="10" name="Striped Right Arrow 9">
            <a:extLst>
              <a:ext uri="{FF2B5EF4-FFF2-40B4-BE49-F238E27FC236}">
                <a16:creationId xmlns:a16="http://schemas.microsoft.com/office/drawing/2014/main" id="{759101CC-EA41-070A-B548-0E46BEFE1446}"/>
              </a:ext>
            </a:extLst>
          </p:cNvPr>
          <p:cNvSpPr/>
          <p:nvPr/>
        </p:nvSpPr>
        <p:spPr>
          <a:xfrm>
            <a:off x="3462316" y="513554"/>
            <a:ext cx="367862" cy="1229711"/>
          </a:xfrm>
          <a:prstGeom prst="stripedRightArrow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C4404511-BC27-1C87-B087-2B2983FE0820}"/>
              </a:ext>
            </a:extLst>
          </p:cNvPr>
          <p:cNvSpPr/>
          <p:nvPr/>
        </p:nvSpPr>
        <p:spPr>
          <a:xfrm>
            <a:off x="4287489" y="815119"/>
            <a:ext cx="506933" cy="358774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sz="600" dirty="0">
                <a:solidFill>
                  <a:schemeClr val="tx1"/>
                </a:solidFill>
              </a:rPr>
              <a:t>Data / Context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36084B57-5233-B4CD-4604-EFCD6C5D9E6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17656" b="33733"/>
          <a:stretch/>
        </p:blipFill>
        <p:spPr>
          <a:xfrm>
            <a:off x="4896490" y="597303"/>
            <a:ext cx="1296751" cy="1279222"/>
          </a:xfrm>
          <a:prstGeom prst="rect">
            <a:avLst/>
          </a:prstGeom>
        </p:spPr>
      </p:pic>
      <p:sp>
        <p:nvSpPr>
          <p:cNvPr id="13" name="Striped Right Arrow 12">
            <a:extLst>
              <a:ext uri="{FF2B5EF4-FFF2-40B4-BE49-F238E27FC236}">
                <a16:creationId xmlns:a16="http://schemas.microsoft.com/office/drawing/2014/main" id="{67E1144A-63BB-8BA7-AC83-50EC05F5CA9D}"/>
              </a:ext>
            </a:extLst>
          </p:cNvPr>
          <p:cNvSpPr/>
          <p:nvPr/>
        </p:nvSpPr>
        <p:spPr>
          <a:xfrm rot="5400000">
            <a:off x="5124278" y="3245070"/>
            <a:ext cx="367862" cy="1229711"/>
          </a:xfrm>
          <a:prstGeom prst="stripedRightArrow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ACA18150-9C84-0FEA-81BE-B979F51357E7}"/>
              </a:ext>
            </a:extLst>
          </p:cNvPr>
          <p:cNvSpPr/>
          <p:nvPr/>
        </p:nvSpPr>
        <p:spPr>
          <a:xfrm>
            <a:off x="4287487" y="2634758"/>
            <a:ext cx="1075345" cy="79424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sz="800" dirty="0">
                <a:solidFill>
                  <a:schemeClr val="tx1"/>
                </a:solidFill>
              </a:rPr>
              <a:t>Data / Context</a:t>
            </a:r>
          </a:p>
        </p:txBody>
      </p:sp>
      <p:sp>
        <p:nvSpPr>
          <p:cNvPr id="18" name="Striped Right Arrow 17">
            <a:extLst>
              <a:ext uri="{FF2B5EF4-FFF2-40B4-BE49-F238E27FC236}">
                <a16:creationId xmlns:a16="http://schemas.microsoft.com/office/drawing/2014/main" id="{F23FDD8D-A93A-CAA9-C07B-00817F37B828}"/>
              </a:ext>
            </a:extLst>
          </p:cNvPr>
          <p:cNvSpPr/>
          <p:nvPr/>
        </p:nvSpPr>
        <p:spPr>
          <a:xfrm rot="5400000">
            <a:off x="5124279" y="1736479"/>
            <a:ext cx="367862" cy="1229711"/>
          </a:xfrm>
          <a:prstGeom prst="stripedRightArrow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D2E0DC3C-E3C3-5DD7-4A72-22EB61C20B56}"/>
              </a:ext>
            </a:extLst>
          </p:cNvPr>
          <p:cNvSpPr/>
          <p:nvPr/>
        </p:nvSpPr>
        <p:spPr>
          <a:xfrm>
            <a:off x="4287486" y="4387147"/>
            <a:ext cx="2446946" cy="1655734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sz="2400" dirty="0">
                <a:solidFill>
                  <a:schemeClr val="tx1"/>
                </a:solidFill>
              </a:rPr>
              <a:t>Data / Context</a:t>
            </a:r>
          </a:p>
        </p:txBody>
      </p:sp>
    </p:spTree>
    <p:extLst>
      <p:ext uri="{BB962C8B-B14F-4D97-AF65-F5344CB8AC3E}">
        <p14:creationId xmlns:p14="http://schemas.microsoft.com/office/powerpoint/2010/main" val="97835834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0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9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3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7" grpId="0" animBg="1"/>
      <p:bldP spid="10" grpId="0" animBg="1"/>
      <p:bldP spid="11" grpId="0" animBg="1"/>
      <p:bldP spid="13" grpId="0" animBg="1"/>
      <p:bldP spid="17" grpId="0" animBg="1"/>
      <p:bldP spid="18" grpId="0" animBg="1"/>
      <p:bldP spid="19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1170</TotalTime>
  <Words>127</Words>
  <Application>Microsoft Macintosh PowerPoint</Application>
  <PresentationFormat>Widescreen</PresentationFormat>
  <Paragraphs>73</Paragraphs>
  <Slides>11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6" baseType="lpstr">
      <vt:lpstr>Google Sans</vt:lpstr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Falco, Llewellyn</dc:creator>
  <cp:lastModifiedBy>Falco, Llewellyn</cp:lastModifiedBy>
  <cp:revision>5</cp:revision>
  <dcterms:created xsi:type="dcterms:W3CDTF">2025-05-04T01:13:36Z</dcterms:created>
  <dcterms:modified xsi:type="dcterms:W3CDTF">2025-05-15T20:08:05Z</dcterms:modified>
</cp:coreProperties>
</file>